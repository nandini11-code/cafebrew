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1" r:id="rId4"/>
    <p:sldId id="260" r:id="rId5"/>
    <p:sldId id="259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4667"/>
  </p:normalViewPr>
  <p:slideViewPr>
    <p:cSldViewPr snapToGrid="0">
      <p:cViewPr varScale="1">
        <p:scale>
          <a:sx n="160" d="100"/>
          <a:sy n="160" d="100"/>
        </p:scale>
        <p:origin x="176" y="2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F4F50E9-F440-8009-60C3-BE7FDAD2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A1EF456D-9030-3ACF-EAAA-1FF847E4D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94EC4271-E9E2-6DAB-3663-076FD7273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136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A571169-6ACF-EBD5-E0F9-C46D0E37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CB16C810-2DEC-44DC-E863-F9D80F8CF9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F6331CB8-55AA-8624-2C81-A3F82FA089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5559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D02A18E-75E1-BA1B-A5F9-685565CB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1199D9BF-F4F9-B4AB-C659-2B489BD16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913EB3DF-3F5C-24D0-13A3-15B1DD9FF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011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-628153" y="2834124"/>
            <a:ext cx="9931179" cy="1101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/>
            <a:r>
              <a:rPr lang="en-IN" b="1" dirty="0">
                <a:solidFill>
                  <a:schemeClr val="lt1"/>
                </a:solidFill>
              </a:rPr>
              <a:t>Coffee Brew Timer</a:t>
            </a:r>
            <a:endParaRPr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 dirty="0">
                <a:solidFill>
                  <a:schemeClr val="lt1"/>
                </a:solidFill>
              </a:rPr>
              <a:t>By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 dirty="0">
                <a:solidFill>
                  <a:schemeClr val="lt1"/>
                </a:solidFill>
              </a:rPr>
              <a:t>NANDINI KIRAN SOLANKI</a:t>
            </a:r>
            <a:br>
              <a:rPr lang="en-GB" sz="832" b="1" dirty="0">
                <a:solidFill>
                  <a:schemeClr val="lt1"/>
                </a:solidFill>
              </a:rPr>
            </a:br>
            <a:r>
              <a:rPr lang="en-GB" sz="832" b="1" dirty="0">
                <a:solidFill>
                  <a:schemeClr val="lt1"/>
                </a:solidFill>
              </a:rPr>
              <a:t>SAHIL GHONE</a:t>
            </a:r>
            <a:br>
              <a:rPr lang="en-GB" sz="832" b="1" dirty="0">
                <a:solidFill>
                  <a:schemeClr val="lt1"/>
                </a:solidFill>
              </a:rPr>
            </a:br>
            <a:r>
              <a:rPr lang="en-GB" sz="832" b="1" dirty="0">
                <a:solidFill>
                  <a:schemeClr val="lt1"/>
                </a:solidFill>
              </a:rPr>
              <a:t>RAAD DALWAI</a:t>
            </a:r>
            <a:br>
              <a:rPr lang="en-GB" sz="832" b="1" dirty="0">
                <a:solidFill>
                  <a:schemeClr val="lt1"/>
                </a:solidFill>
              </a:rPr>
            </a:br>
            <a:r>
              <a:rPr lang="en-GB" sz="832" b="1" dirty="0">
                <a:solidFill>
                  <a:schemeClr val="lt1"/>
                </a:solidFill>
              </a:rPr>
              <a:t>AARYAN KUCHEKAR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Problem Statement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Coffee lovers struggle to track brew times accurately across different brewing methods.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Espresso, French Press, and AeroPress each demand a specific and precise brewing time.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Without a dedicated tool, over-extraction or under-brewing leads to inconsistent results.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/>
              <a:t>A simple preset-based countdown timer is needed to brew the perfect cup every time.</a:t>
            </a:r>
            <a:endParaRPr dirty="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FB71F441-83F8-E8DF-7080-0080B1F6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7066DA8-3515-F347-DEF7-A3D5B0A68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Your Solution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1AF6FE70-F792-F90B-C45D-2781C1F26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 React + Vite based Coffee Brew Timer app with 3 method-specific brew presets.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Espresso preset: 25-30 second precision countdown for a perfect espresso shot.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French Press preset: 4-minute full immersion timer to avoid over-extraction.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AeroPress preset: 1-2 minute versatile countdown supporting the gentle press phase.</a:t>
            </a:r>
            <a:endParaRPr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715B8BC8-05B4-7480-1145-BE0E3D4F33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28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694F2412-8298-92E1-3758-518DDCD3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2FBFD95-909A-538E-E9DB-8E46E52CF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Working (Method/Mind map)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FD302C3-8269-FE1B-0950-26C1152A5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188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#</a:t>
            </a:r>
            <a:endParaRPr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317BDBCC-8DB6-2FD0-622E-9C691CBF18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FlowBox1"/>
          <p:cNvSpPr>
            <a:spLocks noGrp="1"/>
          </p:cNvSpPr>
          <p:nvPr/>
        </p:nvSpPr>
        <p:spPr>
          <a:xfrm>
            <a:off x="2316480" y="1250000"/>
            <a:ext cx="4405520" cy="420000"/>
          </a:xfrm>
          <a:prstGeom prst="roundRect">
            <a:avLst/>
          </a:prstGeom>
          <a:solidFill>
            <a:srgbClr val="A81B50"/>
          </a:solidFill>
          <a:ln w="12700">
            <a:solidFill>
              <a:srgbClr val="FFFFFF"/>
            </a:solidFill>
          </a:ln>
        </p:spPr>
        <p:txBody>
          <a:bodyPr wrap="square" lIns="91425" tIns="45720" rIns="91425" bIns="45720" anchor="ctr">
            <a:normAutofit fontScale="85000" lnSpcReduction="10000"/>
          </a:bodyPr>
          <a:lstStyle/>
          <a:p>
            <a:pPr algn="ctr">
              <a:buNone/>
            </a:pPr>
            <a:r>
              <a:rPr lang="en-GB" sz="1300" b="1" dirty="0">
                <a:solidFill>
                  <a:srgbClr val="FFFFFF"/>
                </a:solidFill>
              </a:rPr>
              <a:t>User Clicks a Preset  (Espresso / French Press / AeroPress)</a:t>
            </a:r>
          </a:p>
        </p:txBody>
      </p:sp>
      <p:sp>
        <p:nvSpPr>
          <p:cNvPr id="64" name="FlowArrow1"/>
          <p:cNvSpPr>
            <a:spLocks noGrp="1"/>
          </p:cNvSpPr>
          <p:nvPr/>
        </p:nvSpPr>
        <p:spPr>
          <a:xfrm>
            <a:off x="4412000" y="1670000"/>
            <a:ext cx="320000" cy="140000"/>
          </a:xfrm>
          <a:prstGeom prst="downArrow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FlowBox2"/>
          <p:cNvSpPr>
            <a:spLocks noGrp="1"/>
          </p:cNvSpPr>
          <p:nvPr/>
        </p:nvSpPr>
        <p:spPr>
          <a:xfrm>
            <a:off x="2316480" y="1810000"/>
            <a:ext cx="4405520" cy="420000"/>
          </a:xfrm>
          <a:prstGeom prst="roundRect">
            <a:avLst/>
          </a:prstGeom>
          <a:solidFill>
            <a:srgbClr val="A81B50"/>
          </a:solidFill>
          <a:ln w="12700">
            <a:solidFill>
              <a:srgbClr val="FFFFFF"/>
            </a:solidFill>
          </a:ln>
        </p:spPr>
        <p:txBody>
          <a:bodyPr wrap="square" lIns="91425" tIns="45720" rIns="91425" bIns="45720" anchor="ctr">
            <a:normAutofit/>
          </a:bodyPr>
          <a:lstStyle/>
          <a:p>
            <a:pPr algn="ctr">
              <a:buNone/>
            </a:pPr>
            <a:r>
              <a:rPr lang="en-GB" sz="1300" b="1" dirty="0">
                <a:solidFill>
                  <a:srgbClr val="FFFFFF"/>
                </a:solidFill>
              </a:rPr>
              <a:t>State Updates with Selected Brew Time</a:t>
            </a:r>
          </a:p>
        </p:txBody>
      </p:sp>
      <p:sp>
        <p:nvSpPr>
          <p:cNvPr id="66" name="FlowArrow2"/>
          <p:cNvSpPr>
            <a:spLocks noGrp="1"/>
          </p:cNvSpPr>
          <p:nvPr/>
        </p:nvSpPr>
        <p:spPr>
          <a:xfrm>
            <a:off x="4412000" y="2230000"/>
            <a:ext cx="320000" cy="140000"/>
          </a:xfrm>
          <a:prstGeom prst="downArrow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FlowBox3"/>
          <p:cNvSpPr>
            <a:spLocks noGrp="1"/>
          </p:cNvSpPr>
          <p:nvPr/>
        </p:nvSpPr>
        <p:spPr>
          <a:xfrm>
            <a:off x="2316480" y="2370000"/>
            <a:ext cx="4405520" cy="420000"/>
          </a:xfrm>
          <a:prstGeom prst="roundRect">
            <a:avLst/>
          </a:prstGeom>
          <a:solidFill>
            <a:srgbClr val="A81B50"/>
          </a:solidFill>
          <a:ln w="12700">
            <a:solidFill>
              <a:srgbClr val="FFFFFF"/>
            </a:solidFill>
          </a:ln>
        </p:spPr>
        <p:txBody>
          <a:bodyPr wrap="square" lIns="91425" tIns="45720" rIns="91425" bIns="45720" anchor="ctr">
            <a:normAutofit/>
          </a:bodyPr>
          <a:lstStyle/>
          <a:p>
            <a:pPr algn="ctr">
              <a:buNone/>
            </a:pPr>
            <a:r>
              <a:rPr lang="en-GB" sz="1300" b="1" dirty="0">
                <a:solidFill>
                  <a:srgbClr val="FFFFFF"/>
                </a:solidFill>
              </a:rPr>
              <a:t>setInterval() Starts — Countdown Begins</a:t>
            </a:r>
          </a:p>
        </p:txBody>
      </p:sp>
      <p:sp>
        <p:nvSpPr>
          <p:cNvPr id="68" name="FlowArrow3"/>
          <p:cNvSpPr>
            <a:spLocks noGrp="1"/>
          </p:cNvSpPr>
          <p:nvPr/>
        </p:nvSpPr>
        <p:spPr>
          <a:xfrm>
            <a:off x="4412000" y="2790000"/>
            <a:ext cx="320000" cy="140000"/>
          </a:xfrm>
          <a:prstGeom prst="downArrow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FlowBox4"/>
          <p:cNvSpPr>
            <a:spLocks noGrp="1"/>
          </p:cNvSpPr>
          <p:nvPr/>
        </p:nvSpPr>
        <p:spPr>
          <a:xfrm>
            <a:off x="2316480" y="2930000"/>
            <a:ext cx="4405520" cy="420000"/>
          </a:xfrm>
          <a:prstGeom prst="roundRect">
            <a:avLst/>
          </a:prstGeom>
          <a:solidFill>
            <a:srgbClr val="A81B50"/>
          </a:solidFill>
          <a:ln w="12700">
            <a:solidFill>
              <a:srgbClr val="FFFFFF"/>
            </a:solidFill>
          </a:ln>
        </p:spPr>
        <p:txBody>
          <a:bodyPr wrap="square" lIns="91425" tIns="45720" rIns="91425" bIns="45720" anchor="ctr">
            <a:normAutofit/>
          </a:bodyPr>
          <a:lstStyle/>
          <a:p>
            <a:pPr algn="ctr">
              <a:buNone/>
            </a:pPr>
            <a:r>
              <a:rPr lang="en-GB" sz="1300" b="1" dirty="0">
                <a:solidFill>
                  <a:srgbClr val="FFFFFF"/>
                </a:solidFill>
              </a:rPr>
              <a:t>Display Updates Every Second in Real Time</a:t>
            </a:r>
          </a:p>
        </p:txBody>
      </p:sp>
      <p:sp>
        <p:nvSpPr>
          <p:cNvPr id="70" name="FlowArrow4"/>
          <p:cNvSpPr>
            <a:spLocks noGrp="1"/>
          </p:cNvSpPr>
          <p:nvPr/>
        </p:nvSpPr>
        <p:spPr>
          <a:xfrm>
            <a:off x="4412000" y="3350000"/>
            <a:ext cx="320000" cy="140000"/>
          </a:xfrm>
          <a:prstGeom prst="downArrow">
            <a:avLst/>
          </a:prstGeom>
          <a:solidFill>
            <a:srgbClr val="A81B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FlowBox5"/>
          <p:cNvSpPr>
            <a:spLocks noGrp="1"/>
          </p:cNvSpPr>
          <p:nvPr/>
        </p:nvSpPr>
        <p:spPr>
          <a:xfrm>
            <a:off x="2316480" y="3490000"/>
            <a:ext cx="4405520" cy="420000"/>
          </a:xfrm>
          <a:prstGeom prst="ellipse">
            <a:avLst/>
          </a:prstGeom>
          <a:solidFill>
            <a:srgbClr val="6B0F30"/>
          </a:solidFill>
          <a:ln w="12700">
            <a:solidFill>
              <a:srgbClr val="FFFFFF"/>
            </a:solidFill>
          </a:ln>
        </p:spPr>
        <p:txBody>
          <a:bodyPr wrap="square" lIns="91425" tIns="45720" rIns="91425" bIns="45720" anchor="ctr">
            <a:normAutofit/>
          </a:bodyPr>
          <a:lstStyle/>
          <a:p>
            <a:pPr algn="ctr">
              <a:buNone/>
            </a:pPr>
            <a:r>
              <a:rPr lang="en-GB" sz="1300" b="1" dirty="0">
                <a:solidFill>
                  <a:srgbClr val="FFFFFF"/>
                </a:solidFill>
              </a:rPr>
              <a:t>Timer = 0  →  Alert! Brew Complete ✓</a:t>
            </a:r>
          </a:p>
        </p:txBody>
      </p:sp>
    </p:spTree>
    <p:extLst>
      <p:ext uri="{BB962C8B-B14F-4D97-AF65-F5344CB8AC3E}">
        <p14:creationId xmlns:p14="http://schemas.microsoft.com/office/powerpoint/2010/main" val="341331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7679772-D17E-78DF-61CD-64FC1585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2E2A47D6-78EC-BFA0-8056-FF63FC44D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Conclusion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DB0E82B-9970-9B29-F1CA-3CADEAD08B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Coffee Brew Timer solves a real-world problem for home baristas seeking consistent results.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React state and hooks make the countdown logic efficient, reactive, and easy to maintain.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preset-based UI is intuitive, beginner-friendly, and easily extendable with new brew methods.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Vite-powered setup ensures a fast development environment with an optimised JSX component structure.</a:t>
            </a:r>
            <a:endParaRPr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4928AE91-EDBC-2513-45C8-B3C001E958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0827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243</Words>
  <Application>Microsoft Macintosh PowerPoint</Application>
  <PresentationFormat>On-screen Show (16:9)</PresentationFormat>
  <Paragraphs>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PowerPoint Presentation</vt:lpstr>
      <vt:lpstr>Problem Statement</vt:lpstr>
      <vt:lpstr>Your Solution</vt:lpstr>
      <vt:lpstr>Working (Method/Mind map)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918956275895</cp:lastModifiedBy>
  <cp:revision>2</cp:revision>
  <dcterms:modified xsi:type="dcterms:W3CDTF">2026-05-04T08:48:24Z</dcterms:modified>
</cp:coreProperties>
</file>